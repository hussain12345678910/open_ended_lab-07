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Shape 1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263" y="28575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Nexa</a:t>
            </a:r>
            <a:r>
              <a:rPr lang="en-US" sz="2800" b="1" dirty="0">
                <a:solidFill>
                  <a:srgbClr val="6C63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Studio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83326" y="1086992"/>
            <a:ext cx="2011680" cy="292608"/>
          </a:xfrm>
          <a:prstGeom prst="rect">
            <a:avLst/>
          </a:prstGeom>
          <a:solidFill>
            <a:srgbClr val="6C63FF">
              <a:alpha val="3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470263" y="106299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DIGITAL AGENCY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3326" y="1469571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 Build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70263" y="2229177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C63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Digital Experiences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70263" y="3166110"/>
            <a:ext cx="58864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agency crafting modern, high-performance websites and apps</a:t>
            </a: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 smtClean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Participants:</a:t>
            </a:r>
            <a:endParaRPr lang="en-US" sz="1400" dirty="0" smtClean="0">
              <a:solidFill>
                <a:srgbClr val="AAAAAA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Hussain </a:t>
            </a:r>
            <a:r>
              <a:rPr lang="en-US" sz="1400" dirty="0" err="1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Alam</a:t>
            </a: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 Mirza (035)</a:t>
            </a:r>
            <a:endParaRPr lang="en-US" sz="1400" dirty="0" smtClean="0">
              <a:solidFill>
                <a:srgbClr val="AAAAAA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Zunaira Arshad (029)</a:t>
            </a:r>
            <a:endParaRPr lang="en-US" sz="1400" dirty="0" smtClean="0">
              <a:solidFill>
                <a:srgbClr val="AAAAAA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err="1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M.Ahsan</a:t>
            </a: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Abid</a:t>
            </a: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 (040)</a:t>
            </a:r>
            <a:endParaRPr lang="en-US" sz="1400" dirty="0" smtClean="0">
              <a:solidFill>
                <a:srgbClr val="AAAAAA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Unaiza Rehman (024)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</a:rPr>
              <a:t>Founded 2012  ·  Karachi, Pakistan  ·  40+ Team Members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4" name="Text 2"/>
          <p:cNvSpPr/>
          <p:nvPr/>
        </p:nvSpPr>
        <p:spPr>
          <a:xfrm>
            <a:off x="274320" y="457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AA"/>
                </a:solidFill>
              </a:rPr>
              <a:t>ABOUT 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About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NexaStudio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2926080"/>
            <a:ext cx="2560320" cy="256032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1828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🏢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840480" y="5029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Who We 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109728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NexaStudio was founded in 2012 with a passion for building meaningful digital experiences. We combine creativity, technology, and strategy to deliver products that truly stand out.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1031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startups to enterprises, we help brands grow through design, development, and innovation — delivering results that exceed expectations.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2194560" cy="365760"/>
          </a:xfrm>
          <a:prstGeom prst="rect">
            <a:avLst/>
          </a:prstGeom>
          <a:solidFill>
            <a:srgbClr val="6C63FF">
              <a:alpha val="25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3840480" y="3017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Innovation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017520"/>
            <a:ext cx="2194560" cy="365760"/>
          </a:xfrm>
          <a:prstGeom prst="rect">
            <a:avLst/>
          </a:prstGeom>
          <a:solidFill>
            <a:srgbClr val="00D4AA">
              <a:alpha val="2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309360" y="3017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Quality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520440"/>
            <a:ext cx="2194560" cy="365760"/>
          </a:xfrm>
          <a:prstGeom prst="rect">
            <a:avLst/>
          </a:prstGeom>
          <a:solidFill>
            <a:srgbClr val="6C63FF">
              <a:alpha val="25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840480" y="3520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Collaboration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2194560" cy="365760"/>
          </a:xfrm>
          <a:prstGeom prst="rect">
            <a:avLst/>
          </a:prstGeom>
          <a:solidFill>
            <a:srgbClr val="00D4AA">
              <a:alpha val="25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309360" y="3520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Transparency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AA"/>
                </a:solidFill>
              </a:rPr>
              <a:t>OUR 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Numbers That Speak For Themselves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0" cy="3017520"/>
          </a:xfrm>
          <a:prstGeom prst="rect">
            <a:avLst/>
          </a:prstGeom>
          <a:solidFill>
            <a:srgbClr val="1A1A2E"/>
          </a:solidFill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1828800" cy="64008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8" name="Text 6"/>
          <p:cNvSpPr/>
          <p:nvPr/>
        </p:nvSpPr>
        <p:spPr>
          <a:xfrm>
            <a:off x="457200" y="182880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C63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240+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182880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Projects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1828800" cy="3017520"/>
          </a:xfrm>
          <a:prstGeom prst="rect">
            <a:avLst/>
          </a:prstGeom>
          <a:solidFill>
            <a:srgbClr val="1A1A2E"/>
          </a:solidFill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554480"/>
            <a:ext cx="1828800" cy="6400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3" name="Text 11"/>
          <p:cNvSpPr/>
          <p:nvPr/>
        </p:nvSpPr>
        <p:spPr>
          <a:xfrm>
            <a:off x="2560320" y="182880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98%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560320" y="3429000"/>
            <a:ext cx="182880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Satisfaction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828800" cy="3017520"/>
          </a:xfrm>
          <a:prstGeom prst="rect">
            <a:avLst/>
          </a:prstGeom>
          <a:solidFill>
            <a:srgbClr val="1A1A2E"/>
          </a:solidFill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54480"/>
            <a:ext cx="18288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4663440" y="182880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63440" y="26060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12+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182880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Years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Experience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554480"/>
            <a:ext cx="1828800" cy="3017520"/>
          </a:xfrm>
          <a:prstGeom prst="rect">
            <a:avLst/>
          </a:prstGeom>
          <a:solidFill>
            <a:srgbClr val="1A1A2E"/>
          </a:solidFill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554480"/>
            <a:ext cx="1828800" cy="64008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23" name="Text 21"/>
          <p:cNvSpPr/>
          <p:nvPr/>
        </p:nvSpPr>
        <p:spPr>
          <a:xfrm>
            <a:off x="6766560" y="182880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766560" y="26060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C489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40+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766560" y="3429000"/>
            <a:ext cx="182880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Team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Members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AA"/>
                </a:solidFill>
              </a:rPr>
              <a:t>WHAT WE OFFER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Our Services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69164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64008" cy="169164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7" name="Text 5"/>
          <p:cNvSpPr/>
          <p:nvPr/>
        </p:nvSpPr>
        <p:spPr>
          <a:xfrm>
            <a:off x="457200" y="153619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UI/UX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Beautiful, intuitive interfaces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focused on user experience.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$2,400 / project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371600"/>
            <a:ext cx="2651760" cy="169164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71600"/>
            <a:ext cx="64008" cy="16916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3" name="Text 11"/>
          <p:cNvSpPr/>
          <p:nvPr/>
        </p:nvSpPr>
        <p:spPr>
          <a:xfrm>
            <a:off x="3310128" y="153619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58768" y="150876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Web 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92024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Fast, scalable websites built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with modern technologies.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0128" y="2715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$4,800 / project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25896" y="1371600"/>
            <a:ext cx="2651760" cy="169164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371600"/>
            <a:ext cx="64008" cy="1691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6163056" y="153619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1696" y="150876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Mobile Apps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63056" y="192024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Cross-platform mobile apps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with seamless performance.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63056" y="2715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$6,500 / project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2651760" cy="169164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46120"/>
            <a:ext cx="64008" cy="169164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25" name="Text 23"/>
          <p:cNvSpPr/>
          <p:nvPr/>
        </p:nvSpPr>
        <p:spPr>
          <a:xfrm>
            <a:off x="457200" y="341071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338328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Brand Identity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Strong branding that connects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with your audience.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59028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</a:rPr>
              <a:t>$1,800 / project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72968" y="3246120"/>
            <a:ext cx="2651760" cy="169164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3246120"/>
            <a:ext cx="64008" cy="169164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1" name="Text 29"/>
          <p:cNvSpPr/>
          <p:nvPr/>
        </p:nvSpPr>
        <p:spPr>
          <a:xfrm>
            <a:off x="3310128" y="341071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858768" y="338328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SEO &amp; Analytics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10128" y="37947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Grow your presence with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data-driven strategies.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10128" y="459028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$1,200 / month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25896" y="3246120"/>
            <a:ext cx="2651760" cy="1691640"/>
          </a:xfrm>
          <a:prstGeom prst="rect">
            <a:avLst/>
          </a:prstGeom>
          <a:solidFill>
            <a:srgbClr val="1A1A2E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25896" y="3246120"/>
            <a:ext cx="64008" cy="1691640"/>
          </a:xfrm>
          <a:prstGeom prst="rect">
            <a:avLst/>
          </a:prstGeom>
          <a:solidFill>
            <a:srgbClr val="84CC16"/>
          </a:solidFill>
        </p:spPr>
      </p:sp>
      <p:sp>
        <p:nvSpPr>
          <p:cNvPr id="37" name="Text 35"/>
          <p:cNvSpPr/>
          <p:nvPr/>
        </p:nvSpPr>
        <p:spPr>
          <a:xfrm>
            <a:off x="6163056" y="341071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11696" y="338328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Cloud &amp; DevOps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63056" y="37947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Reliable infrastructure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deployment pipelines.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63056" y="459028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CC16"/>
                </a:solidFill>
              </a:rPr>
              <a:t>$2,200 / month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C63FF"/>
                </a:solidFill>
              </a:rPr>
              <a:t>OUR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Portfolio Highlights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600200"/>
          </a:xfrm>
          <a:prstGeom prst="rect">
            <a:avLst/>
          </a:prstGeom>
          <a:solidFill>
            <a:srgbClr val="6C63FF">
              <a:alpha val="12000"/>
            </a:srgbClr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64008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7" name="Text 5"/>
          <p:cNvSpPr/>
          <p:nvPr/>
        </p:nvSpPr>
        <p:spPr>
          <a:xfrm>
            <a:off x="320040" y="1600200"/>
            <a:ext cx="2651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NovaTech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15768"/>
            <a:ext cx="822960" cy="182880"/>
          </a:xfrm>
          <a:prstGeom prst="rect">
            <a:avLst/>
          </a:prstGeom>
          <a:solidFill>
            <a:srgbClr val="6C63FF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57200" y="271576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Web App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1371600"/>
            <a:ext cx="2651760" cy="1600200"/>
          </a:xfrm>
          <a:prstGeom prst="rect">
            <a:avLst/>
          </a:prstGeom>
          <a:solidFill>
            <a:srgbClr val="00D4AA">
              <a:alpha val="12000"/>
            </a:srgbClr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71600"/>
            <a:ext cx="2651760" cy="6400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3" name="Text 11"/>
          <p:cNvSpPr/>
          <p:nvPr/>
        </p:nvSpPr>
        <p:spPr>
          <a:xfrm>
            <a:off x="3172968" y="1600200"/>
            <a:ext cx="2651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🛍️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10128" y="23774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Lumière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10128" y="2715768"/>
            <a:ext cx="822960" cy="182880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310128" y="271576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E-Commerce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25896" y="1371600"/>
            <a:ext cx="2651760" cy="1600200"/>
          </a:xfrm>
          <a:prstGeom prst="rect">
            <a:avLst/>
          </a:prstGeom>
          <a:solidFill>
            <a:srgbClr val="F59E0B">
              <a:alpha val="12000"/>
            </a:srgbClr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371600"/>
            <a:ext cx="265176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6025896" y="1600200"/>
            <a:ext cx="2651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63056" y="23774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Stride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63056" y="2715768"/>
            <a:ext cx="822960" cy="182880"/>
          </a:xfrm>
          <a:prstGeom prst="rect">
            <a:avLst/>
          </a:prstGeom>
          <a:solidFill>
            <a:srgbClr val="F59E0B">
              <a:alpha val="5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163056" y="271576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Mobile App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200400"/>
            <a:ext cx="2651760" cy="1600200"/>
          </a:xfrm>
          <a:prstGeom prst="rect">
            <a:avLst/>
          </a:prstGeom>
          <a:solidFill>
            <a:srgbClr val="EC4899">
              <a:alpha val="12000"/>
            </a:srgbClr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00400"/>
            <a:ext cx="2651760" cy="64008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25" name="Text 23"/>
          <p:cNvSpPr/>
          <p:nvPr/>
        </p:nvSpPr>
        <p:spPr>
          <a:xfrm>
            <a:off x="320040" y="3429000"/>
            <a:ext cx="2651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🎵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Aura Music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544568"/>
            <a:ext cx="822960" cy="182880"/>
          </a:xfrm>
          <a:prstGeom prst="rect">
            <a:avLst/>
          </a:prstGeom>
          <a:solidFill>
            <a:srgbClr val="EC4899">
              <a:alpha val="5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57200" y="454456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Streaming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72968" y="3200400"/>
            <a:ext cx="2651760" cy="1600200"/>
          </a:xfrm>
          <a:prstGeom prst="rect">
            <a:avLst/>
          </a:prstGeom>
          <a:solidFill>
            <a:srgbClr val="84CC16">
              <a:alpha val="12000"/>
            </a:srgbClr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3200400"/>
            <a:ext cx="2651760" cy="64008"/>
          </a:xfrm>
          <a:prstGeom prst="rect">
            <a:avLst/>
          </a:prstGeom>
          <a:solidFill>
            <a:srgbClr val="84CC16"/>
          </a:solidFill>
        </p:spPr>
      </p:sp>
      <p:sp>
        <p:nvSpPr>
          <p:cNvPr id="31" name="Text 29"/>
          <p:cNvSpPr/>
          <p:nvPr/>
        </p:nvSpPr>
        <p:spPr>
          <a:xfrm>
            <a:off x="3172968" y="3429000"/>
            <a:ext cx="2651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🌿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3310128" y="42062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GreenRoot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10128" y="4544568"/>
            <a:ext cx="822960" cy="182880"/>
          </a:xfrm>
          <a:prstGeom prst="rect">
            <a:avLst/>
          </a:prstGeom>
          <a:solidFill>
            <a:srgbClr val="84CC16">
              <a:alpha val="5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3310128" y="454456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NGO Website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25896" y="3200400"/>
            <a:ext cx="2651760" cy="1600200"/>
          </a:xfrm>
          <a:prstGeom prst="rect">
            <a:avLst/>
          </a:prstGeom>
          <a:solidFill>
            <a:srgbClr val="06B6D4">
              <a:alpha val="12000"/>
            </a:srgbClr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25896" y="3200400"/>
            <a:ext cx="2651760" cy="640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7" name="Text 35"/>
          <p:cNvSpPr/>
          <p:nvPr/>
        </p:nvSpPr>
        <p:spPr>
          <a:xfrm>
            <a:off x="6025896" y="3429000"/>
            <a:ext cx="2651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163056" y="42062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Vaulted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63056" y="4544568"/>
            <a:ext cx="822960" cy="182880"/>
          </a:xfrm>
          <a:prstGeom prst="rect">
            <a:avLst/>
          </a:prstGeom>
          <a:solidFill>
            <a:srgbClr val="06B6D4">
              <a:alpha val="5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6163056" y="454456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FinTech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AA"/>
                </a:solidFill>
              </a:rPr>
              <a:t>OUR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Meet the People Behind NexaStudio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828800" cy="3291840"/>
          </a:xfrm>
          <a:prstGeom prst="rect">
            <a:avLst/>
          </a:prstGeom>
          <a:solidFill>
            <a:srgbClr val="1A1A2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1828800" cy="64008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8" name="Shape 6"/>
          <p:cNvSpPr/>
          <p:nvPr/>
        </p:nvSpPr>
        <p:spPr>
          <a:xfrm>
            <a:off x="1005840" y="1691640"/>
            <a:ext cx="914400" cy="914400"/>
          </a:xfrm>
          <a:prstGeom prst="ellipse">
            <a:avLst/>
          </a:prstGeom>
          <a:solidFill>
            <a:srgbClr val="6C63FF">
              <a:alpha val="3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005840" y="169164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Aiden Carter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1371600" cy="274320"/>
          </a:xfrm>
          <a:prstGeom prst="rect">
            <a:avLst/>
          </a:prstGeom>
          <a:solidFill>
            <a:srgbClr val="6C63FF">
              <a:alpha val="4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777240" y="3291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Founder &amp; CEO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3FF"/>
                </a:solidFill>
              </a:rPr>
              <a:t>• • 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463040"/>
            <a:ext cx="1828800" cy="3291840"/>
          </a:xfrm>
          <a:prstGeom prst="rect">
            <a:avLst/>
          </a:prstGeom>
          <a:solidFill>
            <a:srgbClr val="1A1A2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463040"/>
            <a:ext cx="1828800" cy="6400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6" name="Shape 14"/>
          <p:cNvSpPr/>
          <p:nvPr/>
        </p:nvSpPr>
        <p:spPr>
          <a:xfrm>
            <a:off x="3063240" y="1691640"/>
            <a:ext cx="914400" cy="914400"/>
          </a:xfrm>
          <a:prstGeom prst="ellipse">
            <a:avLst/>
          </a:prstGeom>
          <a:solidFill>
            <a:srgbClr val="00D4AA">
              <a:alpha val="3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3063240" y="169164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697480" y="27889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Sofia Reyes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3291840"/>
            <a:ext cx="1371600" cy="274320"/>
          </a:xfrm>
          <a:prstGeom prst="rect">
            <a:avLst/>
          </a:prstGeom>
          <a:solidFill>
            <a:srgbClr val="00D4AA">
              <a:alpha val="4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2834640" y="3291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Head of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4206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</a:rPr>
              <a:t>• • 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1828800" cy="3291840"/>
          </a:xfrm>
          <a:prstGeom prst="rect">
            <a:avLst/>
          </a:prstGeom>
          <a:solidFill>
            <a:srgbClr val="1A1A2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463040"/>
            <a:ext cx="18288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Shape 22"/>
          <p:cNvSpPr/>
          <p:nvPr/>
        </p:nvSpPr>
        <p:spPr>
          <a:xfrm>
            <a:off x="5120640" y="1691640"/>
            <a:ext cx="914400" cy="914400"/>
          </a:xfrm>
          <a:prstGeom prst="ellipse">
            <a:avLst/>
          </a:prstGeom>
          <a:solidFill>
            <a:srgbClr val="F59E0B">
              <a:alpha val="3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5120640" y="169164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754880" y="27889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Marcus Lin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291840"/>
            <a:ext cx="1371600" cy="274320"/>
          </a:xfrm>
          <a:prstGeom prst="rect">
            <a:avLst/>
          </a:prstGeom>
          <a:solidFill>
            <a:srgbClr val="F59E0B">
              <a:alpha val="4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892040" y="3291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Lead Engineer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206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• • •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1463040"/>
            <a:ext cx="1828800" cy="3291840"/>
          </a:xfrm>
          <a:prstGeom prst="rect">
            <a:avLst/>
          </a:prstGeom>
          <a:solidFill>
            <a:srgbClr val="1A1A2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1463040"/>
            <a:ext cx="1828800" cy="64008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32" name="Shape 30"/>
          <p:cNvSpPr/>
          <p:nvPr/>
        </p:nvSpPr>
        <p:spPr>
          <a:xfrm>
            <a:off x="7178040" y="1691640"/>
            <a:ext cx="914400" cy="914400"/>
          </a:xfrm>
          <a:prstGeom prst="ellipse">
            <a:avLst/>
          </a:prstGeom>
          <a:solidFill>
            <a:srgbClr val="EC4899">
              <a:alpha val="3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7178040" y="169164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12280" y="27889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Priya Nair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9440" y="3291840"/>
            <a:ext cx="1371600" cy="274320"/>
          </a:xfrm>
          <a:prstGeom prst="rect">
            <a:avLst/>
          </a:prstGeom>
          <a:solidFill>
            <a:srgbClr val="EC4899">
              <a:alpha val="4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949440" y="3291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Strategy Director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4206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C4899"/>
                </a:solidFill>
              </a:rPr>
              <a:t>• • •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Nexa</a:t>
            </a:r>
            <a:r>
              <a:rPr lang="en-US" sz="2600" b="1" dirty="0">
                <a:solidFill>
                  <a:srgbClr val="CCCC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Let's Build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Something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Amazing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FF"/>
                </a:solidFill>
              </a:rPr>
              <a:t>Have a project in mind? We'd love to hear from you.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63FF"/>
                </a:solidFill>
              </a:rPr>
              <a:t>Start a Project 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4572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AA"/>
                </a:solidFill>
              </a:rPr>
              <a:t>GET IN TOUCH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82296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Contact Us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475488" cy="475488"/>
          </a:xfrm>
          <a:prstGeom prst="ellipse">
            <a:avLst/>
          </a:prstGeom>
          <a:solidFill>
            <a:srgbClr val="6C63FF">
              <a:alpha val="4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029200" y="1554480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3560" y="157276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Location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23560" y="178308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Karachi, Pakistan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304288"/>
            <a:ext cx="475488" cy="475488"/>
          </a:xfrm>
          <a:prstGeom prst="ellipse">
            <a:avLst/>
          </a:prstGeom>
          <a:solidFill>
            <a:srgbClr val="6C63FF">
              <a:alpha val="4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029200" y="230428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23560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Email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hello@nexastudio.com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054096"/>
            <a:ext cx="475488" cy="475488"/>
          </a:xfrm>
          <a:prstGeom prst="ellipse">
            <a:avLst/>
          </a:prstGeom>
          <a:solidFill>
            <a:srgbClr val="6C63FF">
              <a:alpha val="4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029200" y="3054096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📞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23560" y="307238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Phone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328269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+92 300 1234567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3803904"/>
            <a:ext cx="475488" cy="475488"/>
          </a:xfrm>
          <a:prstGeom prst="ellipse">
            <a:avLst/>
          </a:prstGeom>
          <a:solidFill>
            <a:srgbClr val="6C63FF">
              <a:alpha val="4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5029200" y="3803904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23560" y="382219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Website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23560" y="403250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www.nexastudio.com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4754880"/>
            <a:ext cx="4114800" cy="73152"/>
          </a:xfrm>
          <a:prstGeom prst="rect">
            <a:avLst/>
          </a:prstGeom>
          <a:solidFill>
            <a:srgbClr val="6C63FF">
              <a:alpha val="5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846320" y="48006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</a:rPr>
              <a:t>© 2025 NexaStudio.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1889</Words>
  <Application>WPS Writer</Application>
  <PresentationFormat>On-screen Show (16:9)</PresentationFormat>
  <Paragraphs>244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NexaStudio</dc:title>
  <dc:creator>NexaStudio</dc:creator>
  <dc:subject>PptxGenJS Presentation</dc:subject>
  <cp:lastModifiedBy>mac2019</cp:lastModifiedBy>
  <cp:revision>4</cp:revision>
  <dcterms:created xsi:type="dcterms:W3CDTF">2026-05-17T13:00:37Z</dcterms:created>
  <dcterms:modified xsi:type="dcterms:W3CDTF">2026-05-17T13:00:37Z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516838745A8195CAF5BB096AAC916B53_42</vt:lpwstr>
  </property>
  <property fmtid="{D5CDD505-2E9C-101B-9397-08002B2CF9AE}" pid="3" name="KSOProductBuildVer">
    <vt:lpwstr>1033-12.1.23155.23155</vt:lpwstr>
  </property>
</Properties>
</file>